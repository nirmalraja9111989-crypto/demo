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authors.xml" ContentType="application/vnd.ms-powerpoint.authors+xml"/>
  <Override PartName="/ppt/theme/theme3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>
  <p:sldMasterIdLst>
    <p:sldMasterId id="2147483696" r:id="rId1"/>
  </p:sldMasterIdLst>
  <p:notesMasterIdLst>
    <p:notesMasterId r:id="rId15"/>
  </p:notesMasterIdLst>
  <p:handoutMasterIdLst>
    <p:handoutMasterId r:id="rId16"/>
  </p:handoutMasterIdLst>
  <p:sldIdLst>
    <p:sldId id="334" r:id="rId2"/>
    <p:sldId id="316" r:id="rId3"/>
    <p:sldId id="337" r:id="rId4"/>
    <p:sldId id="343" r:id="rId5"/>
    <p:sldId id="342" r:id="rId6"/>
    <p:sldId id="336" r:id="rId7"/>
    <p:sldId id="324" r:id="rId8"/>
    <p:sldId id="346" r:id="rId9"/>
    <p:sldId id="328" r:id="rId10"/>
    <p:sldId id="345" r:id="rId11"/>
    <p:sldId id="331" r:id="rId12"/>
    <p:sldId id="347" r:id="rId13"/>
    <p:sldId id="34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 userDrawn="1">
          <p15:clr>
            <a:srgbClr val="A4A3A4"/>
          </p15:clr>
        </p15:guide>
        <p15:guide id="2" pos="7056" userDrawn="1">
          <p15:clr>
            <a:srgbClr val="A4A3A4"/>
          </p15:clr>
        </p15:guide>
        <p15:guide id="3" orient="horz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4" autoAdjust="0"/>
    <p:restoredTop sz="84967" autoAdjust="0"/>
  </p:normalViewPr>
  <p:slideViewPr>
    <p:cSldViewPr snapToGrid="0">
      <p:cViewPr>
        <p:scale>
          <a:sx n="100" d="100"/>
          <a:sy n="100" d="100"/>
        </p:scale>
        <p:origin x="-48" y="-446"/>
      </p:cViewPr>
      <p:guideLst>
        <p:guide orient="horz" pos="1392"/>
        <p:guide pos="7056"/>
        <p:guide orient="horz" pos="3168"/>
      </p:guideLst>
    </p:cSldViewPr>
  </p:slideViewPr>
  <p:outlineViewPr>
    <p:cViewPr>
      <p:scale>
        <a:sx n="33" d="100"/>
        <a:sy n="33" d="100"/>
      </p:scale>
      <p:origin x="0" y="-110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0E99E25-5B65-D93A-3010-8B947D67E6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EB28A-33CC-6CF5-1214-F2C3205F679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888634-FBA9-41D6-8B35-EE3A7D816B7C}" type="datetimeFigureOut">
              <a:rPr lang="en-US" smtClean="0"/>
              <a:t>2/21/2024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D63414-6160-FF79-B3F6-CD615625C8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83E93F-BDEC-C5F7-2553-8324882C419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7C78D2-97D1-4B37-BDD1-08A09BD4CA9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1359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A28068-AFBD-4979-B752-9EB6F90B1386}" type="datetimeFigureOut">
              <a:rPr lang="en-US" smtClean="0"/>
              <a:t>2/21/2024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939589-3E79-4C82-AA4A-FE78234FAA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968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7961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7734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34871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07760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0105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5475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7063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98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933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2307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1674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70596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3364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Slid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983110" cy="3080335"/>
          </a:xfrm>
        </p:spPr>
        <p:txBody>
          <a:bodyPr lIns="0" tIns="0" rIns="0" bIns="0" anchor="b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61510" y="2744546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137906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6544" y="614202"/>
            <a:ext cx="5918072" cy="2276856"/>
          </a:xfrm>
        </p:spPr>
        <p:txBody>
          <a:bodyPr lIns="0" tIns="0" rIns="0" bIns="0" anchor="b"/>
          <a:lstStyle>
            <a:lvl1pPr algn="r">
              <a:lnSpc>
                <a:spcPts val="4000"/>
              </a:lnSpc>
              <a:defRPr sz="40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C738AB3-8054-6E21-C34C-36AF3A31AC4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34120D15-E48C-4FBE-BB95-24DB36D9F45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280160" y="2530058"/>
            <a:ext cx="3707972" cy="3707971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  <p:txBody>
          <a:bodyPr wrap="square" tIns="914400" anchor="t">
            <a:noAutofit/>
          </a:bodyPr>
          <a:lstStyle>
            <a:lvl1pPr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FD1B85-4BEF-C1C1-5619-B82E9E44A9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116548" y="3161752"/>
            <a:ext cx="5918068" cy="3144965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1pPr>
            <a:lvl2pPr marL="4572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2pPr>
            <a:lvl3pPr marL="9144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3pPr>
            <a:lvl4pPr marL="13716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4pPr>
            <a:lvl5pPr marL="1828800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AE7F8D-AE68-4A83-BAB5-3A97D473C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Graphic 12">
            <a:extLst>
              <a:ext uri="{FF2B5EF4-FFF2-40B4-BE49-F238E27FC236}">
                <a16:creationId xmlns:a16="http://schemas.microsoft.com/office/drawing/2014/main" id="{EA1B6985-3E5A-40F4-9268-D4AB3BBF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45394" y="276027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Graphic 13">
            <a:extLst>
              <a:ext uri="{FF2B5EF4-FFF2-40B4-BE49-F238E27FC236}">
                <a16:creationId xmlns:a16="http://schemas.microsoft.com/office/drawing/2014/main" id="{338BC906-9D03-4280-85E8-21A81BC21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86614" y="253098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C5C06D53-C9F6-47E8-BFE1-B8193A1AE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52402" y="6031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E9872E9-2F0D-2FEB-0974-F0BBBC5E033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238999" y="6356350"/>
            <a:ext cx="379561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768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386775"/>
            <a:ext cx="8311102" cy="3080335"/>
          </a:xfrm>
        </p:spPr>
        <p:txBody>
          <a:bodyPr lIns="0" tIns="274320" rIns="0" bIns="0" anchor="t" anchorCtr="0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9670435">
            <a:off x="7632743" y="794953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01D87F51-D69B-9038-0566-4FDC355AB6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97587" y="411831"/>
            <a:ext cx="3521337" cy="3521344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951239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640080"/>
            <a:ext cx="10302240" cy="1852046"/>
          </a:xfrm>
        </p:spPr>
        <p:txBody>
          <a:bodyPr lIns="0" tIns="0" rIns="0" bIns="0" anchor="b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588447"/>
            <a:ext cx="7853678" cy="726645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7659974" y="4456458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5DDB7824-50BA-B12F-AD49-CA8953CA3A0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36252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52645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640080"/>
            <a:ext cx="7498080" cy="1280160"/>
          </a:xfrm>
        </p:spPr>
        <p:txBody>
          <a:bodyPr lIns="0" tIns="0" rIns="0" bIns="0" anchor="b" anchorCtr="0"/>
          <a:lstStyle>
            <a:lvl1pPr>
              <a:defRPr sz="4000" b="1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2376"/>
            <a:ext cx="520991" cy="517379"/>
          </a:xfrm>
        </p:spPr>
        <p:txBody>
          <a:bodyPr anchor="t" anchorCtr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62FC6D8-DD87-4B93-8491-43C84EE63F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317615" y="895646"/>
            <a:ext cx="1956925" cy="195692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" anchor="t" anchorCtr="0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14800" y="2194560"/>
            <a:ext cx="7498080" cy="402336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>
              <a:defRPr sz="1600"/>
            </a:lvl2pPr>
            <a:lvl3pPr marL="457200">
              <a:defRPr sz="1400"/>
            </a:lvl3pPr>
            <a:lvl4pPr marL="685800">
              <a:defRPr sz="1200"/>
            </a:lvl4pPr>
            <a:lvl5pPr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58B5E78-A531-681D-1312-F21B52D06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70685" y="620661"/>
            <a:ext cx="403448" cy="381782"/>
            <a:chOff x="10969280" y="1780012"/>
            <a:chExt cx="403448" cy="381782"/>
          </a:xfrm>
        </p:grpSpPr>
        <p:sp>
          <p:nvSpPr>
            <p:cNvPr id="17" name="Graphic 10">
              <a:extLst>
                <a:ext uri="{FF2B5EF4-FFF2-40B4-BE49-F238E27FC236}">
                  <a16:creationId xmlns:a16="http://schemas.microsoft.com/office/drawing/2014/main" id="{AAD06B87-D9B2-4F94-B734-A8F039A203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81590" y="2070656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Graphic 11">
              <a:extLst>
                <a:ext uri="{FF2B5EF4-FFF2-40B4-BE49-F238E27FC236}">
                  <a16:creationId xmlns:a16="http://schemas.microsoft.com/office/drawing/2014/main" id="{BB13A13C-36EA-4B13-9175-C5FE95B34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69280" y="1780012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5189CAD3-7011-6481-11F8-05B5CB106F0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B7CB27F-7A56-A747-A4D6-5627C2463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7111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+ Subtitle slid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3383280"/>
            <a:ext cx="10302240" cy="1852046"/>
          </a:xfrm>
        </p:spPr>
        <p:txBody>
          <a:bodyPr lIns="0" tIns="274320" rIns="0" bIns="0" anchor="t" anchorCtr="0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966886"/>
            <a:ext cx="10302237" cy="397191"/>
          </a:xfrm>
        </p:spPr>
        <p:txBody>
          <a:bodyPr lIns="0" tIns="0" rIns="0" bIns="0" anchor="b" anchorCtr="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97692" y="620298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7912362-D30D-7B0B-BA94-0993B1EBC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2775857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7644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85800"/>
            <a:ext cx="9137012" cy="1280160"/>
          </a:xfrm>
        </p:spPr>
        <p:txBody>
          <a:bodyPr lIns="0" tIns="0" rIns="0" bIns="0"/>
          <a:lstStyle>
            <a:lvl1pPr>
              <a:defRPr sz="4000" b="1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F91A5DB-A2CA-1D70-9A06-3869A288C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2327440"/>
            <a:ext cx="4846320" cy="4040574"/>
          </a:xfrm>
        </p:spPr>
        <p:txBody>
          <a:bodyPr lIns="0" tIns="0" rIns="0" bIns="0">
            <a:normAutofit/>
          </a:bodyPr>
          <a:lstStyle>
            <a:lvl1pPr marL="0" indent="0">
              <a:spcAft>
                <a:spcPts val="0"/>
              </a:spcAft>
              <a:buNone/>
              <a:defRPr sz="1800"/>
            </a:lvl1pPr>
            <a:lvl2pPr marL="228600">
              <a:spcBef>
                <a:spcPts val="1200"/>
              </a:spcBef>
              <a:defRPr sz="1800"/>
            </a:lvl2pPr>
            <a:lvl3pPr marL="685800">
              <a:spcBef>
                <a:spcPts val="1200"/>
              </a:spcBef>
              <a:defRPr sz="1800"/>
            </a:lvl3pPr>
            <a:lvl4pPr marL="1143000">
              <a:spcBef>
                <a:spcPts val="1200"/>
              </a:spcBef>
              <a:defRPr sz="1800"/>
            </a:lvl4pPr>
            <a:lvl5pPr marL="16002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23402" y="2327441"/>
            <a:ext cx="4846320" cy="4040574"/>
          </a:xfrm>
        </p:spPr>
        <p:txBody>
          <a:bodyPr lIns="0" tIns="0" rIns="0" bIns="0">
            <a:normAutofit/>
          </a:bodyPr>
          <a:lstStyle>
            <a:lvl1pPr marL="0" indent="0">
              <a:spcAft>
                <a:spcPts val="0"/>
              </a:spcAft>
              <a:buNone/>
              <a:defRPr sz="1800"/>
            </a:lvl1pPr>
            <a:lvl2pPr marL="228600">
              <a:spcBef>
                <a:spcPts val="1200"/>
              </a:spcBef>
              <a:defRPr sz="1800"/>
            </a:lvl2pPr>
            <a:lvl3pPr marL="685800">
              <a:spcBef>
                <a:spcPts val="1200"/>
              </a:spcBef>
              <a:defRPr sz="1800"/>
            </a:lvl3pPr>
            <a:lvl4pPr marL="1143000">
              <a:spcBef>
                <a:spcPts val="1200"/>
              </a:spcBef>
              <a:defRPr sz="1800"/>
            </a:lvl4pPr>
            <a:lvl5pPr marL="16002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aphic 15">
            <a:extLst>
              <a:ext uri="{FF2B5EF4-FFF2-40B4-BE49-F238E27FC236}">
                <a16:creationId xmlns:a16="http://schemas.microsoft.com/office/drawing/2014/main" id="{A9475260-301F-4744-B1DA-7B00F6FB43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Graphic 16">
            <a:extLst>
              <a:ext uri="{FF2B5EF4-FFF2-40B4-BE49-F238E27FC236}">
                <a16:creationId xmlns:a16="http://schemas.microsoft.com/office/drawing/2014/main" id="{9BBD3F4B-0836-48C5-AC68-747456D1D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Graphic 14">
            <a:extLst>
              <a:ext uri="{FF2B5EF4-FFF2-40B4-BE49-F238E27FC236}">
                <a16:creationId xmlns:a16="http://schemas.microsoft.com/office/drawing/2014/main" id="{9B4398D5-99F4-4F83-AA77-9B4177648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D6A69CF-70D6-AB12-CD8B-FD75B7EE1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595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9EFE408-BFE1-16DC-F7C6-47F55C171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992" y="0"/>
            <a:ext cx="5779008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572" y="685800"/>
            <a:ext cx="4754880" cy="5670550"/>
          </a:xfrm>
        </p:spPr>
        <p:txBody>
          <a:bodyPr lIns="0" tIns="0" rIns="0" bIns="0" anchor="ctr" anchorCtr="0"/>
          <a:lstStyle>
            <a:lvl1pPr algn="l">
              <a:defRPr sz="40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4C0ED5DD-6381-0FFD-7B45-D21179A39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F042E432-AE48-385B-DEA1-32129394CE7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279526" y="1533524"/>
            <a:ext cx="4663440" cy="1895475"/>
          </a:xfrm>
        </p:spPr>
        <p:txBody>
          <a:bodyPr lIns="0" tIns="0" rIns="0" bIns="0" anchor="t" anchorCtr="0">
            <a:noAutofit/>
          </a:bodyPr>
          <a:lstStyle>
            <a:lvl1pPr marL="342900" indent="-512064">
              <a:spcBef>
                <a:spcPts val="1000"/>
              </a:spcBef>
              <a:buFont typeface="+mj-lt"/>
              <a:buAutoNum type="arabicPeriod"/>
              <a:defRPr sz="1800"/>
            </a:lvl1pPr>
            <a:lvl2pPr marL="1028700" indent="-342900">
              <a:spcBef>
                <a:spcPts val="1200"/>
              </a:spcBef>
              <a:buFont typeface="+mj-lt"/>
              <a:buAutoNum type="alphaLcPeriod"/>
              <a:defRPr sz="1800"/>
            </a:lvl2pPr>
            <a:lvl3pPr marL="1257300" indent="-342900">
              <a:spcBef>
                <a:spcPts val="1200"/>
              </a:spcBef>
              <a:buFont typeface="+mj-lt"/>
              <a:buAutoNum type="arabicParenR"/>
              <a:defRPr sz="1800"/>
            </a:lvl3pPr>
            <a:lvl4pPr marL="1714500" indent="-342900">
              <a:spcBef>
                <a:spcPts val="1200"/>
              </a:spcBef>
              <a:buFont typeface="+mj-lt"/>
              <a:buAutoNum type="alphaLcParenR"/>
              <a:defRPr sz="1800"/>
            </a:lvl4pPr>
            <a:lvl5pPr marL="2228850" indent="-400050">
              <a:spcBef>
                <a:spcPts val="1200"/>
              </a:spcBef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DF111B2E-0535-57E2-FE92-620F9307A95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0160" y="3482974"/>
            <a:ext cx="4663440" cy="1190033"/>
          </a:xfr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spcBef>
                <a:spcPts val="1200"/>
              </a:spcBef>
              <a:buNone/>
              <a:defRPr sz="1600"/>
            </a:lvl2pPr>
            <a:lvl3pPr marL="914400" indent="0">
              <a:spcBef>
                <a:spcPts val="1200"/>
              </a:spcBef>
              <a:buNone/>
              <a:defRPr sz="1400"/>
            </a:lvl3pPr>
            <a:lvl4pPr marL="1371600" indent="0">
              <a:spcBef>
                <a:spcPts val="1200"/>
              </a:spcBef>
              <a:buNone/>
              <a:defRPr sz="1200"/>
            </a:lvl4pPr>
            <a:lvl5pPr marL="1828800" indent="0">
              <a:spcBef>
                <a:spcPts val="120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1280160" y="4692058"/>
            <a:ext cx="4663440" cy="1584918"/>
          </a:xfrm>
        </p:spPr>
        <p:txBody>
          <a:bodyPr lIns="0" tIns="0" rIns="0" bIns="0" anchor="t" anchorCtr="0">
            <a:noAutofit/>
          </a:bodyPr>
          <a:lstStyle>
            <a:lvl1pPr>
              <a:spcBef>
                <a:spcPts val="1200"/>
              </a:spcBef>
              <a:defRPr sz="1800"/>
            </a:lvl1pPr>
            <a:lvl2pPr>
              <a:spcBef>
                <a:spcPts val="1200"/>
              </a:spcBef>
              <a:defRPr sz="1600"/>
            </a:lvl2pPr>
            <a:lvl3pPr>
              <a:spcBef>
                <a:spcPts val="1200"/>
              </a:spcBef>
              <a:defRPr sz="1400"/>
            </a:lvl3pPr>
            <a:lvl4pPr>
              <a:spcBef>
                <a:spcPts val="1200"/>
              </a:spcBef>
              <a:defRPr sz="1200"/>
            </a:lvl4pPr>
            <a:lvl5pPr>
              <a:spcBef>
                <a:spcPts val="1200"/>
              </a:spcBef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34C23E1A-9E5E-DA12-8E11-83F486766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3FE6E42-6A8F-C459-87EE-E2A5BAFA8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320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60" y="301752"/>
            <a:ext cx="4663438" cy="2441448"/>
          </a:xfrm>
        </p:spPr>
        <p:txBody>
          <a:bodyPr lIns="0" tIns="0" rIns="0" bIns="0" anchor="ctr" anchorCtr="0"/>
          <a:lstStyle>
            <a:lvl1pPr algn="l">
              <a:lnSpc>
                <a:spcPts val="4000"/>
              </a:lnSpc>
              <a:spcBef>
                <a:spcPts val="1000"/>
              </a:spcBef>
              <a:defRPr sz="4000" b="1" i="0" cap="all" spc="0" baseline="0"/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FB40175-FA51-DA14-A5B2-CD06DE6ECC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80161" y="2777067"/>
            <a:ext cx="4663440" cy="3550581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>
              <a:lnSpc>
                <a:spcPct val="110000"/>
              </a:lnSpc>
              <a:defRPr sz="1600"/>
            </a:lvl2pPr>
            <a:lvl3pPr marL="457200">
              <a:lnSpc>
                <a:spcPct val="110000"/>
              </a:lnSpc>
              <a:defRPr sz="1400"/>
            </a:lvl3pPr>
            <a:lvl4pPr marL="685800">
              <a:lnSpc>
                <a:spcPct val="110000"/>
              </a:lnSpc>
              <a:defRPr sz="1200"/>
            </a:lvl4pPr>
            <a:lvl5pPr marL="914400">
              <a:lnSpc>
                <a:spcPct val="110000"/>
              </a:lnSpc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5930B2-E36D-4D05-A6B3-CA1BF61D5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089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95553" y="301752"/>
            <a:ext cx="5221224" cy="6263640"/>
          </a:xfrm>
        </p:spPr>
        <p:txBody>
          <a:bodyPr tIns="914400" anchor="t" anchorCtr="0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7A4AE671-C203-0370-2888-FC8F7D444D1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434825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792BFA8-57AD-0B5C-2534-1E862B58D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5127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807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59" y="640080"/>
            <a:ext cx="4815836" cy="2103120"/>
          </a:xfrm>
        </p:spPr>
        <p:txBody>
          <a:bodyPr lIns="0" tIns="0" rIns="0" bIns="0" anchor="ctr" anchorCtr="0"/>
          <a:lstStyle>
            <a:lvl1pPr algn="l">
              <a:defRPr sz="4000" b="1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183E8BD-29F0-8F9F-FC7D-73F8067BCDD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C983CA3-739C-6C20-AFE0-0997370354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31427" y="640080"/>
            <a:ext cx="5122889" cy="2103120"/>
          </a:xfrm>
        </p:spPr>
        <p:txBody>
          <a:bodyPr lIns="0" tIns="0" rIns="0" bIns="0" anchor="ctr" anchorCtr="0">
            <a:normAutofit/>
          </a:bodyPr>
          <a:lstStyle>
            <a:lvl1pPr marL="0" indent="0">
              <a:lnSpc>
                <a:spcPct val="110000"/>
              </a:lnSpc>
              <a:buNone/>
              <a:defRPr sz="1800">
                <a:solidFill>
                  <a:schemeClr val="tx1"/>
                </a:solidFill>
              </a:defRPr>
            </a:lvl1pPr>
            <a:lvl2pPr marL="228600">
              <a:lnSpc>
                <a:spcPct val="100000"/>
              </a:lnSpc>
              <a:defRPr sz="1600">
                <a:solidFill>
                  <a:schemeClr val="tx1"/>
                </a:solidFill>
              </a:defRPr>
            </a:lvl2pPr>
            <a:lvl3pPr marL="457200">
              <a:lnSpc>
                <a:spcPct val="100000"/>
              </a:lnSpc>
              <a:defRPr sz="1400">
                <a:solidFill>
                  <a:schemeClr val="tx1"/>
                </a:solidFill>
              </a:defRPr>
            </a:lvl3pPr>
            <a:lvl4pPr marL="685800">
              <a:lnSpc>
                <a:spcPct val="100000"/>
              </a:lnSpc>
              <a:defRPr sz="1200">
                <a:solidFill>
                  <a:schemeClr val="tx1"/>
                </a:solidFill>
              </a:defRPr>
            </a:lvl4pPr>
            <a:lvl5pPr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BC9F29C-BBE9-AFB4-AFC6-30BCA4EB2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BC4D286-C480-B4CF-4406-CACC323F9FAD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1280160" y="3017520"/>
            <a:ext cx="10374152" cy="3208866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EE2817-4518-D59A-BD13-29A3D4FE64F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539516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905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4970638"/>
            <a:ext cx="9144000" cy="1280160"/>
          </a:xfrm>
        </p:spPr>
        <p:txBody>
          <a:bodyPr lIns="0" tIns="0" rIns="0" bIns="0" anchor="b" anchorCtr="0"/>
          <a:lstStyle>
            <a:lvl1pPr algn="l">
              <a:defRPr sz="4000" b="1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F0626849-9D2D-3C95-8C10-FA8F325F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685800"/>
            <a:ext cx="4937760" cy="402336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>
              <a:spcBef>
                <a:spcPts val="1200"/>
              </a:spcBef>
              <a:defRPr sz="1800"/>
            </a:lvl2pPr>
            <a:lvl3pPr marL="914400">
              <a:spcBef>
                <a:spcPts val="1200"/>
              </a:spcBef>
              <a:defRPr sz="1800"/>
            </a:lvl3pPr>
            <a:lvl4pPr marL="1371600">
              <a:spcBef>
                <a:spcPts val="1200"/>
              </a:spcBef>
              <a:defRPr sz="1800"/>
            </a:lvl4pPr>
            <a:lvl5pPr marL="18288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04755" y="685800"/>
            <a:ext cx="4937760" cy="4023360"/>
          </a:xfrm>
        </p:spPr>
        <p:txBody>
          <a:bodyPr lIns="0" tIns="0" rIns="0" bIns="0">
            <a:noAutofit/>
          </a:bodyPr>
          <a:lstStyle>
            <a:lvl1pPr>
              <a:spcBef>
                <a:spcPts val="1200"/>
              </a:spcBef>
              <a:defRPr sz="1800"/>
            </a:lvl1pPr>
            <a:lvl2pPr>
              <a:spcBef>
                <a:spcPts val="1200"/>
              </a:spcBef>
              <a:defRPr sz="1800"/>
            </a:lvl2pPr>
            <a:lvl3pPr>
              <a:spcBef>
                <a:spcPts val="1200"/>
              </a:spcBef>
              <a:defRPr sz="1800"/>
            </a:lvl3pPr>
            <a:lvl4pPr>
              <a:spcBef>
                <a:spcPts val="1200"/>
              </a:spcBef>
              <a:defRPr sz="1800"/>
            </a:lvl4pPr>
            <a:lvl5pPr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717D91C-F78C-0E4C-FB27-7112AB840A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22570" y="5680647"/>
            <a:ext cx="465456" cy="581432"/>
            <a:chOff x="7843462" y="2744546"/>
            <a:chExt cx="465456" cy="581432"/>
          </a:xfrm>
        </p:grpSpPr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CC935CF3-75DF-0DC7-1B2A-E0E0205DF64B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Graphic 13">
              <a:extLst>
                <a:ext uri="{FF2B5EF4-FFF2-40B4-BE49-F238E27FC236}">
                  <a16:creationId xmlns:a16="http://schemas.microsoft.com/office/drawing/2014/main" id="{D5782BEB-6319-DEC1-F9ED-BA9201C6B9B7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Graphic 15">
              <a:extLst>
                <a:ext uri="{FF2B5EF4-FFF2-40B4-BE49-F238E27FC236}">
                  <a16:creationId xmlns:a16="http://schemas.microsoft.com/office/drawing/2014/main" id="{6E59DFAF-9794-BD12-D89A-422FFFFCE023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36444A47-BCB3-5C86-F2B8-25092BE8D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648C53D-49AB-C003-70E8-5117AF079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96BC1DE-6696-3408-564E-2D73B1266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>
            <a:off x="10711518" y="5393214"/>
            <a:ext cx="1097341" cy="736658"/>
            <a:chOff x="10508317" y="446637"/>
            <a:chExt cx="1097341" cy="736658"/>
          </a:xfrm>
        </p:grpSpPr>
        <p:sp>
          <p:nvSpPr>
            <p:cNvPr id="25" name="Graphic 15">
              <a:extLst>
                <a:ext uri="{FF2B5EF4-FFF2-40B4-BE49-F238E27FC236}">
                  <a16:creationId xmlns:a16="http://schemas.microsoft.com/office/drawing/2014/main" id="{268EB1E4-29D6-C3F5-BCBB-FB7E7EE5C2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508317" y="492206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" name="Graphic 16">
              <a:extLst>
                <a:ext uri="{FF2B5EF4-FFF2-40B4-BE49-F238E27FC236}">
                  <a16:creationId xmlns:a16="http://schemas.microsoft.com/office/drawing/2014/main" id="{09524D46-140F-2F4F-430B-F59815A07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477944" y="1055581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" name="Graphic 14">
              <a:extLst>
                <a:ext uri="{FF2B5EF4-FFF2-40B4-BE49-F238E27FC236}">
                  <a16:creationId xmlns:a16="http://schemas.microsoft.com/office/drawing/2014/main" id="{AC75143B-C717-8D04-743C-B40FB5EFB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41555" y="446637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873764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40080"/>
            <a:ext cx="10087699" cy="1280160"/>
          </a:xfrm>
        </p:spPr>
        <p:txBody>
          <a:bodyPr lIns="0" tIns="0" rIns="0" bIns="0" anchor="b" anchorCtr="0"/>
          <a:lstStyle>
            <a:lvl1pPr>
              <a:defRPr sz="4000" b="1" cap="all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6B8DF0-B7E6-5032-C3C7-E457E793B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80160" y="2103119"/>
            <a:ext cx="10087699" cy="4114800"/>
          </a:xfrm>
        </p:spPr>
        <p:txBody>
          <a:bodyPr lIns="0" tIns="0" rIns="0" bIns="0"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C5F4D40-ADE4-5EEB-436C-8563A49C5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/>
          <a:lstStyle>
            <a:lvl1pPr algn="l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7450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ubbles and Title 1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97" y="585216"/>
            <a:ext cx="8965094" cy="2276856"/>
          </a:xfrm>
        </p:spPr>
        <p:txBody>
          <a:bodyPr lIns="0" tIns="0" rIns="0" anchor="b"/>
          <a:lstStyle>
            <a:lvl1pPr algn="r">
              <a:lnSpc>
                <a:spcPts val="4800"/>
              </a:lnSpc>
              <a:defRPr sz="4800" b="1" cap="all" spc="0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FC9B12A4-113B-B3F6-5926-5C2A6F504AB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371606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40609" y="3127248"/>
            <a:ext cx="6117381" cy="3017520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AF51D36-DB19-27CD-47E0-A4261648D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8614240">
            <a:off x="3975343" y="2819532"/>
            <a:ext cx="465456" cy="581432"/>
            <a:chOff x="7843462" y="2744546"/>
            <a:chExt cx="465456" cy="581432"/>
          </a:xfrm>
        </p:grpSpPr>
        <p:sp>
          <p:nvSpPr>
            <p:cNvPr id="4" name="Graphic 12">
              <a:extLst>
                <a:ext uri="{FF2B5EF4-FFF2-40B4-BE49-F238E27FC236}">
                  <a16:creationId xmlns:a16="http://schemas.microsoft.com/office/drawing/2014/main" id="{3EFED0E0-17D4-C5B0-09D0-B43338A856B3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" name="Graphic 13">
              <a:extLst>
                <a:ext uri="{FF2B5EF4-FFF2-40B4-BE49-F238E27FC236}">
                  <a16:creationId xmlns:a16="http://schemas.microsoft.com/office/drawing/2014/main" id="{8F798BBE-9B6F-700D-08A1-09ABC5388CCE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" name="Graphic 15">
              <a:extLst>
                <a:ext uri="{FF2B5EF4-FFF2-40B4-BE49-F238E27FC236}">
                  <a16:creationId xmlns:a16="http://schemas.microsoft.com/office/drawing/2014/main" id="{4AE2D1C5-9D85-9049-690C-3AFCE7E2DA56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0FE75D-ACD3-655E-58A7-8F2C182760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93626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36525"/>
            <a:ext cx="10515600" cy="1509713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390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5B2B208-F5B9-0151-C982-A389CB0B29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291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0EEA6CA-DE1E-18ED-E69E-54A1372FE2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973C81-5E94-41F6-CE15-3B4763B3A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835B5C-F994-9D57-3118-919EE90F5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867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394" y="1"/>
            <a:ext cx="9918405" cy="164623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5394" y="1825625"/>
            <a:ext cx="991840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6121" y="726630"/>
            <a:ext cx="520991" cy="51737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800" b="1" i="0" cap="all" spc="100" baseline="0"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F1C86-6A9C-D287-D381-5634A69BF1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35394" y="6356350"/>
            <a:ext cx="27432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B8477-3F24-EDCB-C8AC-8433636391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38999" y="6356350"/>
            <a:ext cx="41148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71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17" r:id="rId2"/>
    <p:sldLayoutId id="2147483728" r:id="rId3"/>
    <p:sldLayoutId id="2147483729" r:id="rId4"/>
    <p:sldLayoutId id="2147483710" r:id="rId5"/>
    <p:sldLayoutId id="2147483727" r:id="rId6"/>
    <p:sldLayoutId id="2147483701" r:id="rId7"/>
    <p:sldLayoutId id="2147483721" r:id="rId8"/>
    <p:sldLayoutId id="2147483720" r:id="rId9"/>
    <p:sldLayoutId id="2147483730" r:id="rId10"/>
    <p:sldLayoutId id="2147483722" r:id="rId11"/>
    <p:sldLayoutId id="2147483698" r:id="rId12"/>
    <p:sldLayoutId id="2147483732" r:id="rId13"/>
    <p:sldLayoutId id="2147483702" r:id="rId14"/>
    <p:sldLayoutId id="2147483703" r:id="rId15"/>
  </p:sldLayoutIdLst>
  <p:hf sldNum="0" hdr="0" ftr="0"/>
  <p:txStyles>
    <p:titleStyle>
      <a:lvl1pPr algn="l" defTabSz="914400" rtl="0" eaLnBrk="1" latinLnBrk="0" hangingPunct="1">
        <a:lnSpc>
          <a:spcPts val="4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9968B-2619-4F71-AB00-4C493E120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983110" cy="3080335"/>
          </a:xfrm>
        </p:spPr>
        <p:txBody>
          <a:bodyPr/>
          <a:lstStyle/>
          <a:p>
            <a:r>
              <a:rPr lang="en-US" dirty="0"/>
              <a:t>Galaxy</a:t>
            </a:r>
          </a:p>
        </p:txBody>
      </p:sp>
    </p:spTree>
    <p:extLst>
      <p:ext uri="{BB962C8B-B14F-4D97-AF65-F5344CB8AC3E}">
        <p14:creationId xmlns:p14="http://schemas.microsoft.com/office/powerpoint/2010/main" val="2955403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243DF-1FE9-01BE-435F-1729F4AB3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pic>
        <p:nvPicPr>
          <p:cNvPr id="6" name="Picture Placeholder 5" descr="Mountains at sunset">
            <a:extLst>
              <a:ext uri="{FF2B5EF4-FFF2-40B4-BE49-F238E27FC236}">
                <a16:creationId xmlns:a16="http://schemas.microsoft.com/office/drawing/2014/main" id="{B520C53E-8329-74AB-5229-BCDE630B2E1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/>
          <a:srcRect t="21" b="21"/>
          <a:stretch/>
        </p:blipFill>
        <p:spPr/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AF7377-87AF-3A8C-539C-8A9651F5DA3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Topic one</a:t>
            </a:r>
          </a:p>
          <a:p>
            <a:r>
              <a:rPr lang="en-US" dirty="0"/>
              <a:t>	Topic two</a:t>
            </a:r>
          </a:p>
          <a:p>
            <a:r>
              <a:rPr lang="en-US" dirty="0"/>
              <a:t>Topic three</a:t>
            </a:r>
          </a:p>
          <a:p>
            <a:r>
              <a:rPr lang="en-US" dirty="0"/>
              <a:t>Topic four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7812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5A271-8875-6BCE-0A4A-542683BB39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386775"/>
            <a:ext cx="8311102" cy="3080335"/>
          </a:xfrm>
        </p:spPr>
        <p:txBody>
          <a:bodyPr/>
          <a:lstStyle/>
          <a:p>
            <a:r>
              <a:rPr lang="en-US" dirty="0"/>
              <a:t>The power of communication</a:t>
            </a:r>
          </a:p>
        </p:txBody>
      </p:sp>
      <p:pic>
        <p:nvPicPr>
          <p:cNvPr id="7" name="Picture Placeholder 8" descr="Mountains at sunset">
            <a:extLst>
              <a:ext uri="{FF2B5EF4-FFF2-40B4-BE49-F238E27FC236}">
                <a16:creationId xmlns:a16="http://schemas.microsoft.com/office/drawing/2014/main" id="{DABEABE1-2983-8759-E3F7-CCC6330C6BA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/>
          <a:srcRect l="23" r="23"/>
          <a:stretch/>
        </p:blipFill>
        <p:spPr>
          <a:xfrm>
            <a:off x="8197587" y="411831"/>
            <a:ext cx="3521337" cy="3521344"/>
          </a:xfrm>
        </p:spPr>
      </p:pic>
    </p:spTree>
    <p:extLst>
      <p:ext uri="{BB962C8B-B14F-4D97-AF65-F5344CB8AC3E}">
        <p14:creationId xmlns:p14="http://schemas.microsoft.com/office/powerpoint/2010/main" val="1941235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68171-F501-5EC9-8849-5D0FE73AE0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Overcoming nervousness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8A9D03-6CF8-D31E-2E06-88AEBCEF7D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Confidence-building strategies</a:t>
            </a:r>
          </a:p>
        </p:txBody>
      </p:sp>
      <p:pic>
        <p:nvPicPr>
          <p:cNvPr id="6" name="Picture Placeholder 21" descr="Mountains under near dusk sky">
            <a:extLst>
              <a:ext uri="{FF2B5EF4-FFF2-40B4-BE49-F238E27FC236}">
                <a16:creationId xmlns:a16="http://schemas.microsoft.com/office/drawing/2014/main" id="{56606EF5-1CC7-5421-5CF4-C03704056CC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/>
          <a:srcRect l="16939" r="16939"/>
          <a:stretch/>
        </p:blipFill>
        <p:spPr/>
      </p:pic>
    </p:spTree>
    <p:extLst>
      <p:ext uri="{BB962C8B-B14F-4D97-AF65-F5344CB8AC3E}">
        <p14:creationId xmlns:p14="http://schemas.microsoft.com/office/powerpoint/2010/main" val="3962753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F64C0E11-7DE4-D558-C3EF-9B3C7A9BF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Engaging the audience</a:t>
            </a:r>
          </a:p>
        </p:txBody>
      </p:sp>
      <p:pic>
        <p:nvPicPr>
          <p:cNvPr id="13" name="Picture Placeholder 12" descr="A mountain range with snow">
            <a:extLst>
              <a:ext uri="{FF2B5EF4-FFF2-40B4-BE49-F238E27FC236}">
                <a16:creationId xmlns:a16="http://schemas.microsoft.com/office/drawing/2014/main" id="{06CC7187-0D55-8D17-DB17-83EAB1EF8D0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/>
          <a:stretch/>
        </p:blipFill>
        <p:spPr/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18541-7290-F1A9-2357-CA26E074E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Make eye contact with your audience to create a sense of intimacy and involvement</a:t>
            </a:r>
          </a:p>
          <a:p>
            <a:r>
              <a:rPr lang="en-US" dirty="0"/>
              <a:t>Weave relatable stories into your presentation using narratives that make your message memorable and impactful</a:t>
            </a:r>
          </a:p>
          <a:p>
            <a:r>
              <a:rPr lang="en-US" dirty="0"/>
              <a:t>Encourage questions and provide thoughtful responses to enhance audience participation</a:t>
            </a:r>
          </a:p>
          <a:p>
            <a:r>
              <a:rPr lang="en-US" dirty="0"/>
              <a:t>Use live polls or surveys to gather audience opinions, promoting engagement and making sure the audience feel involved</a:t>
            </a:r>
          </a:p>
        </p:txBody>
      </p:sp>
    </p:spTree>
    <p:extLst>
      <p:ext uri="{BB962C8B-B14F-4D97-AF65-F5344CB8AC3E}">
        <p14:creationId xmlns:p14="http://schemas.microsoft.com/office/powerpoint/2010/main" val="1450287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5698432-2D58-D940-A0AE-7748E2A487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Selecting visual aids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4C780BDD-62B7-3E51-C2DE-09259F62CC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Enhancing your presentation</a:t>
            </a:r>
          </a:p>
        </p:txBody>
      </p:sp>
    </p:spTree>
    <p:extLst>
      <p:ext uri="{BB962C8B-B14F-4D97-AF65-F5344CB8AC3E}">
        <p14:creationId xmlns:p14="http://schemas.microsoft.com/office/powerpoint/2010/main" val="3749168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FDAA-00CD-846E-A576-B59DFA73F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685800"/>
            <a:ext cx="9137012" cy="1280160"/>
          </a:xfrm>
        </p:spPr>
        <p:txBody>
          <a:bodyPr/>
          <a:lstStyle/>
          <a:p>
            <a:r>
              <a:rPr lang="en-US" dirty="0"/>
              <a:t>Effective delivery techniques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2B3B4A-6ED2-64D9-BEC7-1B6C66971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2327440"/>
            <a:ext cx="4846320" cy="4040574"/>
          </a:xfrm>
        </p:spPr>
        <p:txBody>
          <a:bodyPr/>
          <a:lstStyle/>
          <a:p>
            <a:r>
              <a:rPr lang="en-US" dirty="0"/>
              <a:t>This is a powerful tool in public speaking. It involves varying pitch, tone, and volume to convey emotion, emphasize points, and maintain interest. </a:t>
            </a:r>
          </a:p>
          <a:p>
            <a:pPr lvl="1"/>
            <a:r>
              <a:rPr lang="en-US" dirty="0"/>
              <a:t>Pitch variation</a:t>
            </a:r>
          </a:p>
          <a:p>
            <a:pPr lvl="1"/>
            <a:r>
              <a:rPr lang="en-US" dirty="0"/>
              <a:t>Tone inflection</a:t>
            </a:r>
          </a:p>
          <a:p>
            <a:pPr lvl="1"/>
            <a:r>
              <a:rPr lang="en-US" dirty="0"/>
              <a:t>Volume control</a:t>
            </a:r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FF1654-306D-262A-D360-5E5C2E6B39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23402" y="2327441"/>
            <a:ext cx="4846320" cy="4040574"/>
          </a:xfrm>
        </p:spPr>
        <p:txBody>
          <a:bodyPr/>
          <a:lstStyle/>
          <a:p>
            <a:r>
              <a:rPr lang="en-US" dirty="0"/>
              <a:t>Effective body language enhances your message, making it more impactful and memorable.</a:t>
            </a:r>
          </a:p>
          <a:p>
            <a:pPr lvl="1"/>
            <a:r>
              <a:rPr lang="en-US" dirty="0"/>
              <a:t>Meaningful eye contact</a:t>
            </a:r>
          </a:p>
          <a:p>
            <a:pPr lvl="1"/>
            <a:r>
              <a:rPr lang="en-US" dirty="0"/>
              <a:t>Purposeful gestures</a:t>
            </a:r>
          </a:p>
          <a:p>
            <a:pPr lvl="1"/>
            <a:r>
              <a:rPr lang="en-US" dirty="0"/>
              <a:t>Maintain good posture</a:t>
            </a:r>
          </a:p>
          <a:p>
            <a:pPr lvl="1"/>
            <a:r>
              <a:rPr lang="en-US" dirty="0"/>
              <a:t>Control your expressions</a:t>
            </a:r>
          </a:p>
        </p:txBody>
      </p:sp>
    </p:spTree>
    <p:extLst>
      <p:ext uri="{BB962C8B-B14F-4D97-AF65-F5344CB8AC3E}">
        <p14:creationId xmlns:p14="http://schemas.microsoft.com/office/powerpoint/2010/main" val="2102816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E24D3-07BE-C483-3F42-95EEE8333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Navigating Q&amp;A sessions</a:t>
            </a:r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9EFE5C42-059F-482E-C029-E8FA5107EEDA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>
            <a:normAutofit/>
          </a:bodyPr>
          <a:lstStyle/>
          <a:p>
            <a:r>
              <a:rPr lang="en-US" dirty="0"/>
              <a:t>Know your material in advance</a:t>
            </a:r>
          </a:p>
          <a:p>
            <a:r>
              <a:rPr lang="en-US" dirty="0"/>
              <a:t>Anticipate common questions</a:t>
            </a:r>
          </a:p>
          <a:p>
            <a:r>
              <a:rPr lang="en-US" dirty="0"/>
              <a:t>Rehearse your responses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828FD192-492A-A40D-E86A-BABC77587C8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Maintaining composure during the Q&amp;A session is essential for projecting confidence and authority. Consider the following tips for staying composed: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62FCA4D-7EEE-9E3D-F691-FEFB5FB337E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Stay calm</a:t>
            </a:r>
          </a:p>
          <a:p>
            <a:r>
              <a:rPr lang="en-US" dirty="0"/>
              <a:t>Actively listen</a:t>
            </a:r>
          </a:p>
          <a:p>
            <a:r>
              <a:rPr lang="en-US" dirty="0"/>
              <a:t>Pause and reflect</a:t>
            </a:r>
          </a:p>
          <a:p>
            <a:r>
              <a:rPr lang="en-US" dirty="0"/>
              <a:t>Maintain eye contact</a:t>
            </a:r>
          </a:p>
        </p:txBody>
      </p:sp>
    </p:spTree>
    <p:extLst>
      <p:ext uri="{BB962C8B-B14F-4D97-AF65-F5344CB8AC3E}">
        <p14:creationId xmlns:p14="http://schemas.microsoft.com/office/powerpoint/2010/main" val="719664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247ABD4-990A-BAC8-69FC-AF4C84F3AD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60" y="301752"/>
            <a:ext cx="4663438" cy="2441448"/>
          </a:xfrm>
        </p:spPr>
        <p:txBody>
          <a:bodyPr/>
          <a:lstStyle/>
          <a:p>
            <a:r>
              <a:rPr lang="en-US" dirty="0"/>
              <a:t>Speaking impact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1E6A21B-7748-174B-D77E-8EE0B288C7D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80161" y="2777067"/>
            <a:ext cx="4663440" cy="3550581"/>
          </a:xfrm>
        </p:spPr>
        <p:txBody>
          <a:bodyPr/>
          <a:lstStyle/>
          <a:p>
            <a:r>
              <a:rPr lang="en-US" dirty="0"/>
              <a:t>Your ability to communicate effectively will leave a lasting impact on your audience</a:t>
            </a:r>
          </a:p>
          <a:p>
            <a:r>
              <a:rPr lang="en-US" dirty="0"/>
              <a:t>Effectively communicating involves not only delivering a message but also resonating with the experiences, values, and emotions of those listening </a:t>
            </a:r>
          </a:p>
        </p:txBody>
      </p:sp>
      <p:pic>
        <p:nvPicPr>
          <p:cNvPr id="6" name="Picture Placeholder 21" descr="Mountains under near dusk sky">
            <a:extLst>
              <a:ext uri="{FF2B5EF4-FFF2-40B4-BE49-F238E27FC236}">
                <a16:creationId xmlns:a16="http://schemas.microsoft.com/office/drawing/2014/main" id="{1472EB4E-1296-AC66-19FA-B01BB8D8A5F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/>
          <a:srcRect l="22444" r="22444"/>
          <a:stretch/>
        </p:blipFill>
        <p:spPr>
          <a:xfrm>
            <a:off x="6695553" y="301752"/>
            <a:ext cx="5221224" cy="6263640"/>
          </a:xfrm>
        </p:spPr>
      </p:pic>
    </p:spTree>
    <p:extLst>
      <p:ext uri="{BB962C8B-B14F-4D97-AF65-F5344CB8AC3E}">
        <p14:creationId xmlns:p14="http://schemas.microsoft.com/office/powerpoint/2010/main" val="36381115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7B8245B-90F5-42D5-BB2F-B23140DB2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delivery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7262961-9495-E252-E690-1E733A8CCE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Learn to infuse energy into your delivery to leave a lasting impression</a:t>
            </a:r>
          </a:p>
          <a:p>
            <a:r>
              <a:rPr lang="en-US" dirty="0"/>
              <a:t>One of the goals of effective communication is to motivate your audience</a:t>
            </a:r>
          </a:p>
        </p:txBody>
      </p:sp>
      <p:graphicFrame>
        <p:nvGraphicFramePr>
          <p:cNvPr id="6" name="Table Placeholder 2">
            <a:extLst>
              <a:ext uri="{FF2B5EF4-FFF2-40B4-BE49-F238E27FC236}">
                <a16:creationId xmlns:a16="http://schemas.microsoft.com/office/drawing/2014/main" id="{6AF13B15-615A-B282-84CE-BCE3A52AFAF2}"/>
              </a:ext>
            </a:extLst>
          </p:cNvPr>
          <p:cNvGraphicFramePr>
            <a:graphicFrameLocks noGrp="1"/>
          </p:cNvGraphicFramePr>
          <p:nvPr>
            <p:ph idx="21"/>
            <p:extLst>
              <p:ext uri="{D42A27DB-BD31-4B8C-83A1-F6EECF244321}">
                <p14:modId xmlns:p14="http://schemas.microsoft.com/office/powerpoint/2010/main" val="540832049"/>
              </p:ext>
            </p:extLst>
          </p:nvPr>
        </p:nvGraphicFramePr>
        <p:xfrm>
          <a:off x="1279525" y="3017838"/>
          <a:ext cx="10374792" cy="3386137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2593698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2593698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2593698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2593698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52179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Actual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52179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Audience attendance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 of attendees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52179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Engagement duration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Minutes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52179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Q&amp;A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 of questions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52179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Positive feedback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77718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Rate of information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0582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24">
            <a:extLst>
              <a:ext uri="{FF2B5EF4-FFF2-40B4-BE49-F238E27FC236}">
                <a16:creationId xmlns:a16="http://schemas.microsoft.com/office/drawing/2014/main" id="{B4A8555D-2DFF-E6D8-3698-67C06B770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4970638"/>
            <a:ext cx="9144000" cy="1280160"/>
          </a:xfrm>
        </p:spPr>
        <p:txBody>
          <a:bodyPr/>
          <a:lstStyle/>
          <a:p>
            <a:r>
              <a:rPr lang="en-US" dirty="0"/>
              <a:t>Final tips &amp; takeaways</a:t>
            </a:r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E16BFA7C-979F-1D5E-79D4-DEEC56EBE2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685800"/>
            <a:ext cx="4937760" cy="4023360"/>
          </a:xfrm>
        </p:spPr>
        <p:txBody>
          <a:bodyPr/>
          <a:lstStyle/>
          <a:p>
            <a:r>
              <a:rPr lang="en-US" dirty="0"/>
              <a:t>Consistent rehearsal</a:t>
            </a:r>
          </a:p>
          <a:p>
            <a:pPr lvl="1"/>
            <a:r>
              <a:rPr lang="en-US" dirty="0"/>
              <a:t>Strengthen your familiarity</a:t>
            </a:r>
          </a:p>
          <a:p>
            <a:r>
              <a:rPr lang="en-US" dirty="0"/>
              <a:t>Refine delivery style</a:t>
            </a:r>
          </a:p>
          <a:p>
            <a:pPr lvl="1"/>
            <a:r>
              <a:rPr lang="en-US" dirty="0"/>
              <a:t>Pacing, tone, and emphasis</a:t>
            </a:r>
          </a:p>
          <a:p>
            <a:r>
              <a:rPr lang="en-US" dirty="0"/>
              <a:t>Timing and transitions</a:t>
            </a:r>
          </a:p>
          <a:p>
            <a:pPr lvl="1"/>
            <a:r>
              <a:rPr lang="en-US" dirty="0"/>
              <a:t>Aim for seamless, professional delivery</a:t>
            </a:r>
          </a:p>
          <a:p>
            <a:r>
              <a:rPr lang="en-US" dirty="0"/>
              <a:t>Practice audience</a:t>
            </a:r>
          </a:p>
          <a:p>
            <a:pPr lvl="1"/>
            <a:r>
              <a:rPr lang="en-US" dirty="0"/>
              <a:t>Enlist colleagues to listen &amp; provide feedback</a:t>
            </a:r>
          </a:p>
          <a:p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1E42FE3-72C0-8885-D01D-FC08E0DEC2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04755" y="685800"/>
            <a:ext cx="4937760" cy="4023360"/>
          </a:xfrm>
        </p:spPr>
        <p:txBody>
          <a:bodyPr>
            <a:normAutofit/>
          </a:bodyPr>
          <a:lstStyle/>
          <a:p>
            <a:r>
              <a:rPr lang="en-US" dirty="0"/>
              <a:t>Seek feedback</a:t>
            </a:r>
          </a:p>
          <a:p>
            <a:r>
              <a:rPr lang="en-US" dirty="0"/>
              <a:t>Reflect on performance</a:t>
            </a:r>
          </a:p>
          <a:p>
            <a:r>
              <a:rPr lang="en-US" dirty="0"/>
              <a:t>Explore new techniques</a:t>
            </a:r>
          </a:p>
          <a:p>
            <a:r>
              <a:rPr lang="en-US" dirty="0"/>
              <a:t>Set personal goals</a:t>
            </a:r>
          </a:p>
          <a:p>
            <a:r>
              <a:rPr lang="en-US" dirty="0"/>
              <a:t>Iterate and adapt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950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4923D-C618-15EF-E1D7-7C1B0DBB1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640080"/>
            <a:ext cx="10087699" cy="1280160"/>
          </a:xfrm>
        </p:spPr>
        <p:txBody>
          <a:bodyPr anchor="b" anchorCtr="0"/>
          <a:lstStyle/>
          <a:p>
            <a:r>
              <a:rPr lang="en-US" dirty="0"/>
              <a:t>Speaking engagement metrics</a:t>
            </a:r>
          </a:p>
        </p:txBody>
      </p:sp>
      <p:graphicFrame>
        <p:nvGraphicFramePr>
          <p:cNvPr id="6" name="Table Placeholder 3">
            <a:extLst>
              <a:ext uri="{FF2B5EF4-FFF2-40B4-BE49-F238E27FC236}">
                <a16:creationId xmlns:a16="http://schemas.microsoft.com/office/drawing/2014/main" id="{8B2437E8-72AB-C7C2-6EC7-E8366A2C8D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1316456"/>
              </p:ext>
            </p:extLst>
          </p:nvPr>
        </p:nvGraphicFramePr>
        <p:xfrm>
          <a:off x="1279525" y="2103438"/>
          <a:ext cx="10387544" cy="404029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2596886">
                  <a:extLst>
                    <a:ext uri="{9D8B030D-6E8A-4147-A177-3AD203B41FA5}">
                      <a16:colId xmlns:a16="http://schemas.microsoft.com/office/drawing/2014/main" val="2382218087"/>
                    </a:ext>
                  </a:extLst>
                </a:gridCol>
                <a:gridCol w="2596886">
                  <a:extLst>
                    <a:ext uri="{9D8B030D-6E8A-4147-A177-3AD203B41FA5}">
                      <a16:colId xmlns:a16="http://schemas.microsoft.com/office/drawing/2014/main" val="3953468724"/>
                    </a:ext>
                  </a:extLst>
                </a:gridCol>
                <a:gridCol w="2596886">
                  <a:extLst>
                    <a:ext uri="{9D8B030D-6E8A-4147-A177-3AD203B41FA5}">
                      <a16:colId xmlns:a16="http://schemas.microsoft.com/office/drawing/2014/main" val="4277526474"/>
                    </a:ext>
                  </a:extLst>
                </a:gridCol>
                <a:gridCol w="2596886">
                  <a:extLst>
                    <a:ext uri="{9D8B030D-6E8A-4147-A177-3AD203B41FA5}">
                      <a16:colId xmlns:a16="http://schemas.microsoft.com/office/drawing/2014/main" val="2438884888"/>
                    </a:ext>
                  </a:extLst>
                </a:gridCol>
              </a:tblGrid>
              <a:tr h="66856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Impact factor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Achieved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7107962"/>
                  </a:ext>
                </a:extLst>
              </a:tr>
              <a:tr h="66856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Audience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1386868"/>
                  </a:ext>
                </a:extLst>
              </a:tr>
              <a:tr h="66856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Knowledge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626418"/>
                  </a:ext>
                </a:extLst>
              </a:tr>
              <a:tr h="6830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Post-presentation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Average rating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2482967"/>
                  </a:ext>
                </a:extLst>
              </a:tr>
              <a:tr h="66856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Referral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6251906"/>
                  </a:ext>
                </a:extLst>
              </a:tr>
              <a:tr h="6830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Collaboration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 of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85371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93515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5D893-E98A-260A-9EC4-B9365E533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97" y="585216"/>
            <a:ext cx="8965094" cy="2276856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pic>
        <p:nvPicPr>
          <p:cNvPr id="5" name="Picture Placeholder 14" descr="Mountains under near dusk sky">
            <a:extLst>
              <a:ext uri="{FF2B5EF4-FFF2-40B4-BE49-F238E27FC236}">
                <a16:creationId xmlns:a16="http://schemas.microsoft.com/office/drawing/2014/main" id="{DE72DC91-8DC9-B68C-C1D3-8F5273481A74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/>
          <a:srcRect l="13191" r="13191"/>
          <a:stretch/>
        </p:blipFill>
        <p:spPr>
          <a:xfrm>
            <a:off x="1371606" y="3205313"/>
            <a:ext cx="3043077" cy="3043083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70D88C-5989-4007-4953-F54A4A34B7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40609" y="3127248"/>
            <a:ext cx="6117381" cy="3017520"/>
          </a:xfrm>
        </p:spPr>
        <p:txBody>
          <a:bodyPr/>
          <a:lstStyle/>
          <a:p>
            <a:r>
              <a:rPr lang="en-US" dirty="0"/>
              <a:t>Brita Tamm</a:t>
            </a:r>
          </a:p>
          <a:p>
            <a:r>
              <a:rPr lang="en-US" dirty="0"/>
              <a:t>502-555-0152</a:t>
            </a:r>
          </a:p>
          <a:p>
            <a:r>
              <a:rPr lang="en-US" dirty="0"/>
              <a:t>brita@firstupconsultants.com</a:t>
            </a:r>
          </a:p>
          <a:p>
            <a:r>
              <a:rPr lang="en-US" dirty="0"/>
              <a:t>www.firstupconsultants.com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949180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axy presentation_Win32_SL_V16" id="{36B34AD0-AFC2-468E-8620-6CFD159B149F}" vid="{ACCF8893-1A0E-437D-A612-1659D305EA1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EDFB26C-8E2C-4C64-B21C-909AD1AA2D17}"/>
</file>

<file path=customXml/itemProps2.xml><?xml version="1.0" encoding="utf-8"?>
<ds:datastoreItem xmlns:ds="http://schemas.openxmlformats.org/officeDocument/2006/customXml" ds:itemID="{4B16729F-0CF3-48D0-9AFD-AAAEB430921C}"/>
</file>

<file path=customXml/itemProps3.xml><?xml version="1.0" encoding="utf-8"?>
<ds:datastoreItem xmlns:ds="http://schemas.openxmlformats.org/officeDocument/2006/customXml" ds:itemID="{D5544979-59F0-4F8D-AA35-90255837C7EE}"/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418</Words>
  <Application>Microsoft Office PowerPoint</Application>
  <PresentationFormat>Widescreen</PresentationFormat>
  <Paragraphs>122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Univers</vt:lpstr>
      <vt:lpstr>GradientVTI</vt:lpstr>
      <vt:lpstr>Galaxy</vt:lpstr>
      <vt:lpstr>Agenda</vt:lpstr>
      <vt:lpstr>The power of communication</vt:lpstr>
      <vt:lpstr>Overcoming nervousness</vt:lpstr>
      <vt:lpstr>Engaging the audience</vt:lpstr>
      <vt:lpstr>Selecting visual aids</vt:lpstr>
      <vt:lpstr>Effective delivery techniques</vt:lpstr>
      <vt:lpstr>Navigating Q&amp;A sessions</vt:lpstr>
      <vt:lpstr>Speaking impact</vt:lpstr>
      <vt:lpstr>Dynamic delivery</vt:lpstr>
      <vt:lpstr>Final tips &amp; takeaways</vt:lpstr>
      <vt:lpstr>Speaking engagement metrics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dcterms:created xsi:type="dcterms:W3CDTF">2023-12-10T14:43:58Z</dcterms:created>
  <dcterms:modified xsi:type="dcterms:W3CDTF">2024-02-21T05:17:44Z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